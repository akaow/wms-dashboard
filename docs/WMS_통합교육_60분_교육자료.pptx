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01. WindTree WMS 통합 교육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관리자 + 사용자 대상 60분 교육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목표: 운영 숙련 · 장애 대응 표준화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02. 교육 아젠다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1. 시스템 개요 10분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2. 관리자 실무 15분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3. 사용자 실무 15분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4. 실습 10분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5. Q&amp;A 10분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03.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RLD 수집(수동/자동) → NRG 변환 → 파싱 → Supabase 저장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저장 테이블: measurements, daily_stats, upload_history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조회: Dashboard / Data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04. 핵심 데이터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sites: 사이트/동기화 설정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user_site_access: 권한 매핑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measurements: 원시 데이터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daily_stats: 일별 통계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upload_history: 처리 이력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05. 권한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Admin: 전체 사이트 조회/관리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Viewer: 권한 부여된 사이트만 조회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RLS 기반 접근 제어로 데이터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06. 관리자 실무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사이트 등록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수동 등록: 사이트명/번호 필수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RLD 업로드: 신규 사이트 자동 생성 가능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사이트별 Gmail 동기화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07. 관리자 실무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운영 점검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업로드 실패 건 우선 확인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반복 실패 원인 문서화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동기화 주기/설정 검증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월 1회 권한 감사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08. 사용자 실무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대시보드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전체/활성 사이트, 최근 반영 확인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데이터관리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사이트 필터, 실패 건 확인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- 이상 발견 시 즉시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09. 실습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실습1: 사이트 최신 반영 시각 확인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실습2: 실패 건 1건 식별 및 원인 가설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실습3: 동기화 설정 위치 확인(관리자)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10. 장애 대응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증상: 업로드 실패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확인: 이력 오류 메시지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점검: Worker/NRG API/파일형식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조치: 재처리 후 결과 확인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증상: 데이터 미조회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확인: 권한/활성상태/날짜데이터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11. 운영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일일: 실패 건/최신 반영 점검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주간: 동기화 실행/반복오류 확인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월간: 권한 감사/SOP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12. Q&amp;A /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핵심 질문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1) 데이터가 안 보일 때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2) 중복 업로드 여부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3) 스케줄 변경 반영 시점</a:t>
            </a: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CBD5E1"/>
                </a:solidFill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WindTree WMS 교육자료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