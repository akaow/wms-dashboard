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01. WindTree WMS 통합 교육자료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완성본 v1.1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대상: 관리자 + 사용자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교육시간: 60분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02. 교육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1) 수집→변환→저장→조회 흐름 이해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2) 역할별 핵심 기능 독립 수행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3) 장애 시 SOP 기반 대응/보고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03. 교육 운영안 (60분)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0~10분 시스템 개요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10~25분 관리자 실무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25~40분 사용자 실무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40~50분 실습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50~60분 Q&amp;A +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04.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목적: 데이터 표준화/권한 분리/운영 가시화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기술: Next.js + Supabase + Cloudflare Worker + NRG API + Gmail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05.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1) RLD 수집(수동/자동)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2) 변환/파싱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3) measurements·daily_stats·upload_history 저장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4) 대시보드/데이터관리 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06. 데이터/권한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핵심 테이블: sites, user_site_access, measurements, daily_stats, upload_history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권한: Admin 전체, Viewer 사이트별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RLS로 데이터 노출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07. 관리자 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사이트 등록/수정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자동 동기화 설정(gmail_sync_enabled, gmail_query)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업로드 실패 건 우선 점검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월 1회 권한 감사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08. 사용자 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대시보드: 전체/활성/최근업데이트 확인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데이터관리: 사이트 필터 + 실패 건 확인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이상 징후 발견 시 즉시 관리자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09. 실습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실습1: 사이트 최신 반영 시각 확인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실습2: 실패 건 1건 식별 + 원인 가설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실습3: 동기화/권한 메뉴 위치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10. 장애 대응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A 업로드 실패: 이력/에러 확인→Worker/API 점검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B 데이터 미조회: 권한/활성/날짜 데이터 점검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C 자동동기화 미실행: cron/토큰/sync_enabled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11. 운영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일일: 실패 건/최신 반영 점검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주간: 동기화 실행/반복 실패 패턴 점검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월간: 권한 감사/SOP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12. FAQ &amp;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Q1 데이터 미조회 점검 순서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Q2 중복 업로드 방지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Q3 스케줄 변경 반영 시점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Q4 사용자 초대 연동 상태</a:t>
            </a: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CBD5E1"/>
                </a:solidFill>
              </a:defRPr>
            </a:pPr>
            <a:r>
              <a:t>핵심: 실패 탐지와 권한 정합성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WindTree WMS 통합 교육자료 완성본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